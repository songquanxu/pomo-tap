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35"/>
  </p:normalViewPr>
  <p:slideViewPr>
    <p:cSldViewPr snapToGrid="0">
      <p:cViewPr varScale="1">
        <p:scale>
          <a:sx n="119" d="100"/>
          <a:sy n="119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215D-C60E-FE27-1FA6-69DB01E7A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E2201D-FCCC-2B17-6B24-DDD2A1267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4D8FF-4240-DAB6-26E2-A85E0D05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BA313-5166-6DD3-90F0-10051A84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8782EA-D257-5CD6-0BA7-A407D32E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65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AEF64-29F9-D01F-776B-49881CBB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67F3F-C439-803F-B439-83563D99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6FB5A-3A8A-256F-7CF5-4AFC16DC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5790C-A182-CA77-7F89-3ECE8472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C56AF-0683-EF50-44FD-4AF9B64A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820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F5E94-85A2-1561-180C-9BC046B3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A4C3B2-E456-B22D-59B7-A5C63A8AC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982EC-F3A6-21F3-EAC9-9CCB4E5C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3E8A4-4E99-ECB0-D986-9DA037EB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A15F6-6B6D-E652-C7B9-948B6EF0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137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4E809-E420-D90D-0238-EB947362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424BA-092A-A462-61A1-C7FF73EA5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173465-6D88-FC5E-196E-519F276D4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3B633F-A74B-EF16-746E-DD931ACB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1ED36-AD61-29E4-5F9E-E0822D08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5B3E45-8E77-66B4-3123-95E89EA4D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256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5EE0F-F8AA-4040-2B7D-A56EE24A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55F0F-DBF7-E1E4-086A-0546E95D1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8C59A0-5D6A-7E6F-11EA-1032091C4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A5B3BF-A16A-4148-FB20-879650604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F049FB-5949-5CC9-F6E8-20FD6CD48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E6C636-DAFF-B811-F79A-3A260179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298D0F-ADD4-1678-318E-89CD0AED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F74058-BEF2-A28E-DB22-6E3D9BA4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1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0FD5B-6398-E0C7-7354-B2D92494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719CFA-7AD7-6665-9C38-3B3B2C13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0B2EAB-089C-B354-F2EF-6DF54BBB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3BB01C-FF92-CF40-E03A-0B187696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992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2A7989-67EF-AF31-F3AE-0A6ECEB2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947BE1-74AE-7E34-C9F1-A3203227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316464-5197-D16E-BC86-C5458A69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145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C6B35-CD5E-A14C-824D-F23907DB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DD540-E43A-9831-E8F9-F999DFA1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3CAE2A-B2E9-5DB6-8367-8B9B43DE8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3698E-0634-378D-6445-6F336057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CA969-FFF8-7185-E754-07C664F3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5B3F90-29C2-87DC-CC2A-4302E1A8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495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CE639-F4C7-480F-1CF4-FCA8CA36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2720D6-96F8-13A5-99A5-628D29D6A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0EF8CC-B032-5EBD-8B37-928F10380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849A31-7DBA-9006-1C10-DDE9FAEB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934C5-7DA2-DBCB-AA74-44E7C37F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B30A68-9B5F-BD27-F87D-78921B54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324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EA0B6-663A-E315-F5E8-9D067BDB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8EEB1C-5EE3-3C4B-4FB6-C56460D82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EA887-5D95-4FEA-A7CC-DC59E9FE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C09698-99E1-9BF4-5EC8-85F98918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A9CE4-7963-5552-828A-CED5A4F8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26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7052C-4A6D-037E-B1C3-EEF918A9E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57687D-77D2-2FBC-4C75-158065C50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177C8-A860-97BB-9DA3-688F6330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115EE-CB5C-EF59-1605-40FE108D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B2A1E-957A-00B2-373A-122FF698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111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04DDFA-843C-DF0D-D506-790280D6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EBF101-4C91-DF92-F3DC-93D3A3AE0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2BE204-3631-260F-3B58-8AAF1F670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FD574-03DF-1045-AA62-3CFE59D02B4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BF123-FCA7-2302-3115-059C57FF6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2EC07-29A3-4DBB-81D6-213FD32F6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C472C-AC23-D849-97F3-A11411C239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326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D345926-2CBD-74CB-31C5-6655EA27AFA5}"/>
              </a:ext>
            </a:extLst>
          </p:cNvPr>
          <p:cNvSpPr/>
          <p:nvPr/>
        </p:nvSpPr>
        <p:spPr>
          <a:xfrm>
            <a:off x="2133961" y="2149992"/>
            <a:ext cx="5518450" cy="2628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D0DEA92-B829-5C33-7685-65BC70730B45}"/>
              </a:ext>
            </a:extLst>
          </p:cNvPr>
          <p:cNvSpPr/>
          <p:nvPr/>
        </p:nvSpPr>
        <p:spPr>
          <a:xfrm>
            <a:off x="2817628" y="3019647"/>
            <a:ext cx="882502" cy="8825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3BADB20-EBCC-E921-2207-B1D348422238}"/>
              </a:ext>
            </a:extLst>
          </p:cNvPr>
          <p:cNvSpPr/>
          <p:nvPr/>
        </p:nvSpPr>
        <p:spPr>
          <a:xfrm>
            <a:off x="2902688" y="3104707"/>
            <a:ext cx="712382" cy="71238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36E83E45-7B09-0D85-E748-4E77ABDF8FF3}"/>
              </a:ext>
            </a:extLst>
          </p:cNvPr>
          <p:cNvSpPr/>
          <p:nvPr/>
        </p:nvSpPr>
        <p:spPr>
          <a:xfrm rot="5400000">
            <a:off x="3170092" y="3323931"/>
            <a:ext cx="278954" cy="288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1576D4-F850-C157-8B8E-8CCD8C53DB1B}"/>
              </a:ext>
            </a:extLst>
          </p:cNvPr>
          <p:cNvSpPr txBox="1"/>
          <p:nvPr/>
        </p:nvSpPr>
        <p:spPr>
          <a:xfrm>
            <a:off x="3734884" y="29200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捏捏番茄</a:t>
            </a: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9F27A30E-1644-9E7A-8D80-E59963274EDD}"/>
              </a:ext>
            </a:extLst>
          </p:cNvPr>
          <p:cNvSpPr/>
          <p:nvPr/>
        </p:nvSpPr>
        <p:spPr>
          <a:xfrm>
            <a:off x="2817628" y="3017875"/>
            <a:ext cx="441251" cy="446567"/>
          </a:xfrm>
          <a:custGeom>
            <a:avLst/>
            <a:gdLst>
              <a:gd name="connsiteX0" fmla="*/ 441251 w 441251"/>
              <a:gd name="connsiteY0" fmla="*/ 0 h 446567"/>
              <a:gd name="connsiteX1" fmla="*/ 441251 w 441251"/>
              <a:gd name="connsiteY1" fmla="*/ 85060 h 446567"/>
              <a:gd name="connsiteX2" fmla="*/ 85060 w 441251"/>
              <a:gd name="connsiteY2" fmla="*/ 441251 h 446567"/>
              <a:gd name="connsiteX3" fmla="*/ 85596 w 441251"/>
              <a:gd name="connsiteY3" fmla="*/ 446567 h 446567"/>
              <a:gd name="connsiteX4" fmla="*/ 536 w 441251"/>
              <a:gd name="connsiteY4" fmla="*/ 446567 h 446567"/>
              <a:gd name="connsiteX5" fmla="*/ 0 w 441251"/>
              <a:gd name="connsiteY5" fmla="*/ 441251 h 446567"/>
              <a:gd name="connsiteX6" fmla="*/ 441251 w 441251"/>
              <a:gd name="connsiteY6" fmla="*/ 0 h 446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251" h="446567">
                <a:moveTo>
                  <a:pt x="441251" y="0"/>
                </a:moveTo>
                <a:lnTo>
                  <a:pt x="441251" y="85060"/>
                </a:lnTo>
                <a:cubicBezTo>
                  <a:pt x="244532" y="85060"/>
                  <a:pt x="85060" y="244532"/>
                  <a:pt x="85060" y="441251"/>
                </a:cubicBezTo>
                <a:lnTo>
                  <a:pt x="85596" y="446567"/>
                </a:lnTo>
                <a:lnTo>
                  <a:pt x="536" y="446567"/>
                </a:lnTo>
                <a:lnTo>
                  <a:pt x="0" y="441251"/>
                </a:lnTo>
                <a:cubicBezTo>
                  <a:pt x="0" y="197555"/>
                  <a:pt x="197555" y="0"/>
                  <a:pt x="441251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EBEC0F-C334-B4FC-032B-C52741952CE9}"/>
              </a:ext>
            </a:extLst>
          </p:cNvPr>
          <p:cNvSpPr txBox="1"/>
          <p:nvPr/>
        </p:nvSpPr>
        <p:spPr>
          <a:xfrm>
            <a:off x="3713173" y="3449714"/>
            <a:ext cx="59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2"/>
                </a:solidFill>
              </a:rPr>
              <a:t>25</a:t>
            </a:r>
            <a:endParaRPr kumimoji="1"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C36DF3-DEA8-539F-CAC0-607FE0167BD9}"/>
              </a:ext>
            </a:extLst>
          </p:cNvPr>
          <p:cNvSpPr txBox="1"/>
          <p:nvPr/>
        </p:nvSpPr>
        <p:spPr>
          <a:xfrm>
            <a:off x="4205867" y="3449714"/>
            <a:ext cx="425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2"/>
                </a:solidFill>
              </a:rPr>
              <a:t>5</a:t>
            </a:r>
            <a:endParaRPr kumimoji="1"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4978FA-8891-0DED-56DD-98564A159F2F}"/>
              </a:ext>
            </a:extLst>
          </p:cNvPr>
          <p:cNvSpPr txBox="1"/>
          <p:nvPr/>
        </p:nvSpPr>
        <p:spPr>
          <a:xfrm>
            <a:off x="4524431" y="3449714"/>
            <a:ext cx="606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</a:rPr>
              <a:t>25</a:t>
            </a:r>
            <a:endParaRPr kumimoji="1"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2E9A5B-1F8B-D366-B6D7-0AA9EA7B2782}"/>
              </a:ext>
            </a:extLst>
          </p:cNvPr>
          <p:cNvSpPr txBox="1"/>
          <p:nvPr/>
        </p:nvSpPr>
        <p:spPr>
          <a:xfrm>
            <a:off x="5024618" y="3449714"/>
            <a:ext cx="63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bg1">
                    <a:lumMod val="65000"/>
                  </a:schemeClr>
                </a:solidFill>
              </a:rPr>
              <a:t>15</a:t>
            </a:r>
            <a:endParaRPr kumimoji="1"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1" name="图形 20" descr="奖牌 纯色填充">
            <a:extLst>
              <a:ext uri="{FF2B5EF4-FFF2-40B4-BE49-F238E27FC236}">
                <a16:creationId xmlns:a16="http://schemas.microsoft.com/office/drawing/2014/main" id="{FE80B2A0-E639-08E4-FEA1-E7E7CE107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5132" y="2945163"/>
            <a:ext cx="319088" cy="31908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322FB5A-6A5C-517C-8565-37AB409C89CA}"/>
              </a:ext>
            </a:extLst>
          </p:cNvPr>
          <p:cNvSpPr txBox="1"/>
          <p:nvPr/>
        </p:nvSpPr>
        <p:spPr>
          <a:xfrm flipH="1">
            <a:off x="6158965" y="2843097"/>
            <a:ext cx="624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✖️</a:t>
            </a:r>
            <a:r>
              <a:rPr kumimoji="1" lang="en-US" altLang="zh-CN" sz="2800" b="1" dirty="0">
                <a:solidFill>
                  <a:schemeClr val="accent2"/>
                </a:solidFill>
              </a:rPr>
              <a:t>2</a:t>
            </a:r>
            <a:endParaRPr kumimoji="1"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A4850B-3E31-A4F6-0177-2B9F037F83AF}"/>
              </a:ext>
            </a:extLst>
          </p:cNvPr>
          <p:cNvSpPr txBox="1"/>
          <p:nvPr/>
        </p:nvSpPr>
        <p:spPr>
          <a:xfrm>
            <a:off x="6255859" y="3388158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chemeClr val="bg1">
                    <a:lumMod val="65000"/>
                  </a:schemeClr>
                </a:solidFill>
              </a:rPr>
              <a:t>∞</a:t>
            </a:r>
            <a:endParaRPr kumimoji="1" lang="zh-CN" altLang="en-US" sz="32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34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10</Words>
  <Application>Microsoft Macintosh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淞筌 许</dc:creator>
  <cp:lastModifiedBy>淞筌 许</cp:lastModifiedBy>
  <cp:revision>2</cp:revision>
  <dcterms:created xsi:type="dcterms:W3CDTF">2025-10-26T14:01:22Z</dcterms:created>
  <dcterms:modified xsi:type="dcterms:W3CDTF">2025-11-04T01:57:29Z</dcterms:modified>
</cp:coreProperties>
</file>